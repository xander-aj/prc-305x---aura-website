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3C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4B5563"/>
                </a:solidFill>
              </a:defRPr>
            </a:pPr>
            <a:r>
              <a:t>PRC 305: Web Design &amp; Content Management Systems for PR</a:t>
            </a:r>
          </a:p>
          <a:p>
            <a:pPr>
              <a:spcBef>
                <a:spcPts val="1000"/>
              </a:spcBef>
              <a:defRPr sz="3800" b="1">
                <a:solidFill>
                  <a:srgbClr val="060D18"/>
                </a:solidFill>
              </a:defRPr>
            </a:pPr>
            <a:r>
              <a:t>Final Project Presentation</a:t>
            </a:r>
          </a:p>
          <a:p>
            <a:pPr>
              <a:spcBef>
                <a:spcPts val="1600"/>
              </a:spcBef>
              <a:defRPr sz="2200" b="0">
                <a:solidFill>
                  <a:srgbClr val="E3C76F"/>
                </a:solidFill>
              </a:defRPr>
            </a:pPr>
            <a:r>
              <a:t>Aura Energy — Premium Functional Beverages (East Africa)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282D37"/>
                </a:solidFill>
              </a:defRPr>
            </a:pPr>
            <a:r>
              <a:t>John Alexander Kamau</a:t>
            </a:r>
          </a:p>
          <a:p>
            <a:pPr>
              <a:spcAft>
                <a:spcPts val="600"/>
              </a:spcAft>
              <a:defRPr sz="1500" b="1">
                <a:solidFill>
                  <a:srgbClr val="282D37"/>
                </a:solidFill>
              </a:defRPr>
            </a:pPr>
            <a:r>
              <a:t>Student No. 20-0471</a:t>
            </a:r>
          </a:p>
          <a:p>
            <a:pPr>
              <a:spcAft>
                <a:spcPts val="600"/>
              </a:spcAft>
              <a:defRPr sz="1500" b="0">
                <a:solidFill>
                  <a:srgbClr val="4B5563"/>
                </a:solidFill>
              </a:defRPr>
            </a:pPr>
            <a:r>
              <a:t>School of Communication  ·  January–April 2026</a:t>
            </a:r>
          </a:p>
          <a:p>
            <a:pPr>
              <a:spcAft>
                <a:spcPts val="600"/>
              </a:spcAft>
              <a:defRPr sz="1500" b="0">
                <a:solidFill>
                  <a:srgbClr val="4B5563"/>
                </a:solidFill>
              </a:defRPr>
            </a:pPr>
            <a:r>
              <a:t>Submission date: 1 April 2026 (per course outline)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60D18"/>
                </a:solidFill>
              </a:defRPr>
            </a:pPr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</a:defRPr>
            </a:pPr>
            <a:r>
              <a:t>Introduction and problem</a:t>
            </a:r>
          </a:p>
          <a:p>
            <a:pPr/>
            <a:r>
              <a:t>Objectives</a:t>
            </a:r>
          </a:p>
          <a:p>
            <a:pPr/>
            <a:r>
              <a:t>Design and user experience</a:t>
            </a:r>
          </a:p>
          <a:p>
            <a:pPr/>
            <a:r>
              <a:t>Technology and build approach</a:t>
            </a:r>
          </a:p>
          <a:p>
            <a:pPr/>
            <a:r>
              <a:t>Live demo</a:t>
            </a:r>
          </a:p>
          <a:p>
            <a:pPr/>
            <a:r>
              <a:t>Challenges, recommendations, and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60D18"/>
                </a:solidFill>
              </a:defRPr>
            </a:pPr>
            <a:r>
              <a:t>Project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Aura Energy is a premium functional beverage concept for East African professionals and creators.</a:t>
            </a:r>
          </a:p>
          <a:p>
            <a:pPr/>
            <a:r>
              <a:t>The website builds trust, explains products, and makes it easy for users to contact the brand.</a:t>
            </a:r>
          </a:p>
          <a:p>
            <a:pPr/>
            <a:r>
              <a:t>Goal: a clear, mobile-friendly digital presence.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60D18"/>
                </a:solidFill>
              </a:defRPr>
            </a:pPr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Without a strong website, new brands look less credible.</a:t>
            </a:r>
          </a:p>
          <a:p>
            <a:pPr/>
            <a:r>
              <a:t>Users need product clarity, easy navigation, and quick contact options.</a:t>
            </a:r>
          </a:p>
          <a:p>
            <a:pPr/>
            <a:r>
              <a:t>This project solves that through a structured, responsive WordPress site.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60D18"/>
                </a:solidFill>
              </a:defRPr>
            </a:pPr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Build a complete WordPress site: Home, About, Products, Contact.</a:t>
            </a:r>
          </a:p>
          <a:p>
            <a:pPr/>
            <a:r>
              <a:t>Add a working contact form with validation and feedback.</a:t>
            </a:r>
          </a:p>
          <a:p>
            <a:pPr/>
            <a:r>
              <a:t>Integrate social channels and ensure responsive design.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3C76F"/>
                </a:solidFill>
              </a:defRPr>
            </a:pPr>
            <a:r>
              <a:t>Design &amp; UX</a:t>
            </a:r>
          </a:p>
          <a:p>
            <a:pPr>
              <a:spcBef>
                <a:spcPts val="1400"/>
              </a:spcBef>
              <a:defRPr sz="1800">
                <a:solidFill>
                  <a:srgbClr val="C8D2DC"/>
                </a:solidFill>
              </a:defRPr>
            </a:pPr>
            <a:r>
              <a:t>Brand-led, user-centered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60D18"/>
                </a:solidFill>
              </a:defRPr>
            </a:pPr>
            <a:r>
              <a:t>Design Process &amp; UI/UX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Created a premium visual identity with consistent colors, typography, and spacing.</a:t>
            </a:r>
          </a:p>
          <a:p>
            <a:pPr/>
            <a:r>
              <a:t>Designed page flow for quick understanding: brand story to product to contact.</a:t>
            </a:r>
          </a:p>
          <a:p>
            <a:pPr/>
            <a:r>
              <a:t>Prioritized readability and simple actions on mobile and desktop.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60D18"/>
                </a:solidFill>
              </a:defRPr>
            </a:pPr>
            <a:r>
              <a:t>Information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Home: brand overview, key products, call to action.</a:t>
            </a:r>
          </a:p>
          <a:p>
            <a:pPr/>
            <a:r>
              <a:t>About: brand story and positioning.</a:t>
            </a:r>
          </a:p>
          <a:p>
            <a:pPr/>
            <a:r>
              <a:t>Products: product lineup and value highlights.</a:t>
            </a:r>
          </a:p>
          <a:p>
            <a:pPr/>
            <a:r>
              <a:t>Contact: form, social links, and direct communication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3C76F"/>
                </a:solidFill>
              </a:defRPr>
            </a:pPr>
            <a:r>
              <a:t>Technology</a:t>
            </a:r>
          </a:p>
          <a:p>
            <a:pPr>
              <a:spcBef>
                <a:spcPts val="1400"/>
              </a:spcBef>
              <a:defRPr sz="1800">
                <a:solidFill>
                  <a:srgbClr val="C8D2DC"/>
                </a:solidFill>
              </a:defRPr>
            </a:pPr>
            <a:r>
              <a:t>Stack &amp; workflow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60D18"/>
                </a:solidFill>
              </a:defRPr>
            </a:pPr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WordPress + Elementor for fast, structured content building.</a:t>
            </a:r>
          </a:p>
          <a:p>
            <a:pPr/>
            <a:r>
              <a:t>Hello Elementor theme for lightweight performance.</a:t>
            </a:r>
          </a:p>
          <a:p>
            <a:pPr/>
            <a:r>
              <a:t>MetForm plugin for contact form functionality.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60D18"/>
                </a:solidFill>
              </a:defRPr>
            </a:pPr>
            <a:r>
              <a:t>Development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Planned pages and content before build.</a:t>
            </a:r>
          </a:p>
          <a:p>
            <a:pPr/>
            <a:r>
              <a:t>Implemented consistent styles across all pages.</a:t>
            </a:r>
          </a:p>
          <a:p>
            <a:pPr/>
            <a:r>
              <a:t>Used repeatable setup steps to keep content and layout aligned.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3C76F"/>
                </a:solidFill>
              </a:defRPr>
            </a:pPr>
            <a:r>
              <a:t>Demonstration</a:t>
            </a:r>
          </a:p>
          <a:p>
            <a:pPr>
              <a:spcBef>
                <a:spcPts val="1400"/>
              </a:spcBef>
              <a:defRPr sz="1800">
                <a:solidFill>
                  <a:srgbClr val="C8D2DC"/>
                </a:solidFill>
              </a:defRPr>
            </a:pPr>
            <a:r>
              <a:t>Live site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60D18"/>
                </a:solidFill>
              </a:defRPr>
            </a:pPr>
            <a:r>
              <a:t>Live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Show Home, About, Products, and Contact pages.</a:t>
            </a:r>
          </a:p>
          <a:p>
            <a:pPr/>
            <a:r>
              <a:t>Demonstrate responsive behavior (desktop and mobile view).</a:t>
            </a:r>
          </a:p>
          <a:p>
            <a:pPr/>
            <a:r>
              <a:t>Submit contact form to show validation and success response.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60D18"/>
                </a:solidFill>
              </a:defRPr>
            </a:pPr>
            <a:r>
              <a:t>Submission Materials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Live website URL</a:t>
            </a:r>
          </a:p>
          <a:p>
            <a:pPr/>
            <a:r>
              <a:t>Source repository link</a:t>
            </a:r>
          </a:p>
          <a:p>
            <a:pPr/>
            <a:r>
              <a:t>Final presentation slides</a:t>
            </a:r>
          </a:p>
          <a:p>
            <a:pPr/>
            <a:r>
              <a:t>Any required supporting documentation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3C76F"/>
                </a:solidFill>
              </a:defRPr>
            </a:pPr>
            <a:r>
              <a:t>Reflection</a:t>
            </a:r>
          </a:p>
          <a:p>
            <a:pPr>
              <a:spcBef>
                <a:spcPts val="1400"/>
              </a:spcBef>
              <a:defRPr sz="1800">
                <a:solidFill>
                  <a:srgbClr val="C8D2DC"/>
                </a:solidFill>
              </a:defRPr>
            </a:pPr>
            <a:r>
              <a:t>Challenges &amp; outcomes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60D18"/>
                </a:solidFill>
              </a:defRPr>
            </a:pPr>
            <a:r>
              <a:t>Challenges &amp;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Keeping content and layout consistent across pages.</a:t>
            </a:r>
          </a:p>
          <a:p>
            <a:pPr/>
            <a:r>
              <a:t>Ensuring form reliability and clear validation messages.</a:t>
            </a:r>
          </a:p>
          <a:p>
            <a:pPr/>
            <a:r>
              <a:t>Balancing visual quality with simple navigation and performance.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60D18"/>
                </a:solidFill>
              </a:defRPr>
            </a:pPr>
            <a:r>
              <a:t>Recommendations &amp;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Deploy publicly with HTTPS and final brand social links.</a:t>
            </a:r>
          </a:p>
          <a:p>
            <a:pPr/>
            <a:r>
              <a:t>Continue improving content and SEO after launch.</a:t>
            </a:r>
          </a:p>
          <a:p>
            <a:pPr/>
            <a:r>
              <a:t>The project meets core course outcomes and demonstrates practical CMS development.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60D18"/>
                </a:solidFill>
              </a:defRPr>
            </a:pPr>
            <a:r>
              <a:t>Assessment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500">
                <a:solidFill>
                  <a:srgbClr val="4B5563"/>
                </a:solidFill>
              </a:defRPr>
            </a:pPr>
            <a:r>
              <a:t>Functionality and completeness: core pages and working form delivered.</a:t>
            </a:r>
          </a:p>
          <a:p>
            <a:pPr/>
            <a:r>
              <a:t>Design quality and responsiveness: consistent brand UI across devices.</a:t>
            </a:r>
          </a:p>
          <a:p>
            <a:pPr/>
            <a:r>
              <a:t>Structure, documentation, and demo readiness: prepared for final evaluation.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60D18"/>
                </a:solidFill>
              </a:defRPr>
            </a:pPr>
            <a:r>
              <a:t>Thank you —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</a:defRPr>
            </a:pPr>
            <a:r>
              <a:t>John Alexander Kamau  ·  Student No. 20-0471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</a:defRPr>
            </a:pPr>
            <a:r>
              <a:t>I welcome your questions.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</a:defRPr>
            </a:pPr>
            <a:r>
              <a:t>Aura Energy — student web development project (PRC 305).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