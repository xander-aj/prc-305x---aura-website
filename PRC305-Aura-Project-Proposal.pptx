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3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A64"/>
                </a:solidFill>
              </a:defRPr>
            </a:pPr>
            <a:r>
              <a:t>PRC 305 — Web Design &amp; CMS for PR</a:t>
            </a:r>
          </a:p>
          <a:p>
            <a:pPr>
              <a:spcBef>
                <a:spcPts val="1200"/>
              </a:spcBef>
              <a:defRPr sz="4000" b="1">
                <a:solidFill>
                  <a:srgbClr val="060D18"/>
                </a:solidFill>
              </a:defRPr>
            </a:pPr>
            <a:r>
              <a:t>Project Proposal</a:t>
            </a:r>
          </a:p>
          <a:p>
            <a:pPr>
              <a:spcBef>
                <a:spcPts val="1800"/>
              </a:spcBef>
              <a:defRPr sz="2200">
                <a:solidFill>
                  <a:srgbClr val="E3C76F"/>
                </a:solidFill>
              </a:defRPr>
            </a:pPr>
            <a:r>
              <a:t>Aura Energy — Premium Functional Beverages (East Africa)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A64"/>
                </a:solidFill>
              </a:defRPr>
            </a:pPr>
            <a:r>
              <a:t>[Your Name]  ·  [Student ID]</a:t>
            </a:r>
          </a:p>
          <a:p>
            <a:pPr>
              <a:defRPr sz="1400">
                <a:solidFill>
                  <a:srgbClr val="505A64"/>
                </a:solidFill>
              </a:defRPr>
            </a:pPr>
            <a:r>
              <a:t>School of Communication  ·  January–April 2026</a:t>
            </a:r>
          </a:p>
          <a:p>
            <a:pPr>
              <a:defRPr sz="1400">
                <a:solidFill>
                  <a:srgbClr val="505A64"/>
                </a:solidFill>
              </a:defRPr>
            </a:pPr>
            <a:r>
              <a:t>Planned stack: WordPress, Hello Elementor, Elementor, MetForm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Selected domain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Domain: Consumer beverage / brand communications — premium functional &amp; energy drinks positioned for Kenya and East Africa.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Context: Growing demand for better-for-you, lower-sugar options among urban professionals, creatives, and shift workers who expect credible branding and mobile-first discovery.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Organizational concept: “Aura Energy” — a focused product family (Focus, Flow, Night) plus packaging and carry concepts, presented as a realistic regional launch story.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Why it matters: Bridges PR, brand narrative, and digital touchpoints (web as primary credibility + conversion surface for stockists, events, and press).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Executive summary / company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Aura Energy crafts functional beverages for sustained focus, hydration, and calmer wind-down — without relying on neon-sugar clichés.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Brand promise: honest formulation, East African sensibility (pace, climate, culture), and visual identity built on deep navy, jewel teal, and champagne gold.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Digital presence goal: a polished multi-page site that mirrors premium packaging, explains the lineup, and makes partnership inquiries effortless.</a:t>
            </a:r>
          </a:p>
          <a:p>
            <a:pPr>
              <a:spcAft>
                <a:spcPts val="1000"/>
              </a:spcAft>
              <a:defRPr sz="1700">
                <a:solidFill>
                  <a:srgbClr val="505A64"/>
                </a:solidFill>
              </a:defRPr>
            </a:pPr>
            <a:r>
              <a:t>This proposal scopes the WordPress website that will support launch communications, B2B outreach, and public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Project objectives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Objectives: (1) Publish a responsive 4-page marketing site (Home, About, Products, Contact). (2) Implement a validated contact form routed to brand/admin email. (3) Integrate ≥2 social channels. (4) Maintain consistent UI (typography, color, spacing) and optional gallery.</a:t>
            </a:r>
          </a:p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Justification: Meets PRC 305 mandatory requirements while modeling a real communications use case — stakeholders judge beverage brands heavily on web quality, speed, and clarity.</a:t>
            </a:r>
          </a:p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Success: Site is usable on phone/tablet/desktop, form works, navigation is obvious, and content reads as professional (not template filler).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Target audience &amp; key UX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Primary audience: Young professionals &amp; creatives (25–40) in Nairobi and regional cities; secondary: retail buyers, event organizers, lifestyle press.</a:t>
            </a:r>
          </a:p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UX priorities: Fast scan-ability, thumb-friendly CTAs, high-contrast readable type, credible product storytelling, minimal friction to “Contact / Partner”.</a:t>
            </a:r>
          </a:p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Mobile-first: Single-column stacks, tappable social icons, form fields with clear labels and validation feedback (MetForm).</a:t>
            </a:r>
          </a:p>
          <a:p>
            <a:pPr>
              <a:spcAft>
                <a:spcPts val="1000"/>
              </a:spcAft>
              <a:defRPr sz="1600">
                <a:solidFill>
                  <a:srgbClr val="505A64"/>
                </a:solidFill>
              </a:defRPr>
            </a:pPr>
            <a:r>
              <a:t>Trust signals: Consistent Aura visuals, real-sounding copy, map/studio block on Contact, professional footer and legal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Sitemap &amp; information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Home — Hero + brand promise; About teaser; product highlights; optional gallery; CTA to Contact; footer + social.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About — Company profile, brand story, visual anchor (hero image).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Products / Services — Lineup (Focus / Flow / Night), hero SKU detail, carry/activation merch.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Contact — Intro copy, MetForm (name, email, message + validation + success state), studio hours, embedded map, social.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Global: Primary menu (4 items), static front page = Home, Elementor Site Settings for global colors &amp; fonts.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60D18"/>
                </a:solidFill>
              </a:defRPr>
            </a:pPr>
            <a:r>
              <a:t>Preliminary wireframes &amp; layout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Home (Z-pattern): Top = logo + nav; hero = headline + subcopy + dual CTAs + product visual; mid = two-column About teaser; three-column SKU cards; image grid; bottom CTA band + footer.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About / Products: Single-column narrative + full-width imagery; Products adds split rows (image | specs list).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Contact: Narrow content width for readability; form block + map below; repeated footer pattern for consistency.</a:t>
            </a:r>
          </a:p>
          <a:p>
            <a:pPr>
              <a:spcAft>
                <a:spcPts val="1000"/>
              </a:spcAft>
              <a:defRPr sz="1500">
                <a:solidFill>
                  <a:srgbClr val="505A64"/>
                </a:solidFill>
              </a:defRPr>
            </a:pPr>
            <a:r>
              <a:t>Sketches: [Insert hand-drawn or Figma frames here before presentation] — align sections to Elementor sections/columns for responsive breakpoints.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